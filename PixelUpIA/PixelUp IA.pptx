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62" r:id="rId6"/>
    <p:sldId id="310" r:id="rId7"/>
    <p:sldId id="267" r:id="rId8"/>
    <p:sldId id="290" r:id="rId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1"/>
    </p:embeddedFon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ExtraBold" panose="00000900000000000000" pitchFamily="2" charset="0"/>
      <p:bold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F519F3-5643-4034-827F-B1DFBCF5E1D5}">
  <a:tblStyle styleId="{03F519F3-5643-4034-827F-B1DFBCF5E1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f1f102f22d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f1f102f22d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f8d8f7f297_0_18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f8d8f7f297_0_18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f1f102f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f1f102f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f80e89a1e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f80e89a1e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f80e89a1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f80e89a1e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>
          <a:extLst>
            <a:ext uri="{FF2B5EF4-FFF2-40B4-BE49-F238E27FC236}">
              <a16:creationId xmlns:a16="http://schemas.microsoft.com/office/drawing/2014/main" id="{A7BB09F2-A5D1-F2B0-4737-4C427CBEA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f8d8f7f297_0_18898:notes">
            <a:extLst>
              <a:ext uri="{FF2B5EF4-FFF2-40B4-BE49-F238E27FC236}">
                <a16:creationId xmlns:a16="http://schemas.microsoft.com/office/drawing/2014/main" id="{486C9E31-4965-1EB0-5A1B-9AA52F178C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f8d8f7f297_0_18898:notes">
            <a:extLst>
              <a:ext uri="{FF2B5EF4-FFF2-40B4-BE49-F238E27FC236}">
                <a16:creationId xmlns:a16="http://schemas.microsoft.com/office/drawing/2014/main" id="{07B38DEB-5299-BC12-82A0-1E33A0571B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3526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f8d8f7f297_0_189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f8d8f7f297_0_189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f8dc56b184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f8dc56b184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54413" y="1446750"/>
            <a:ext cx="6001200" cy="18405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75513" y="328725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7455475" y="0"/>
            <a:ext cx="1051800" cy="639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 flipH="1">
            <a:off x="7862662" y="2381250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 flipH="1">
            <a:off x="7867788" y="110439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flipH="1">
            <a:off x="8507086" y="814000"/>
            <a:ext cx="639300" cy="801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57163" dist="95250" dir="606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 flipH="1">
            <a:off x="8277783" y="229500"/>
            <a:ext cx="1098000" cy="639000"/>
          </a:xfrm>
          <a:prstGeom prst="rect">
            <a:avLst/>
          </a:prstGeom>
          <a:solidFill>
            <a:srgbClr val="0082F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10800000">
            <a:off x="7867788" y="2394319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 flipH="1">
            <a:off x="7977986" y="2456850"/>
            <a:ext cx="453300" cy="4533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 rot="-5400000" flipH="1">
            <a:off x="7604886" y="3611750"/>
            <a:ext cx="590100" cy="24927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 flipH="1">
            <a:off x="7409052" y="3670650"/>
            <a:ext cx="1098000" cy="895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 flipH="1">
            <a:off x="8624686" y="3916025"/>
            <a:ext cx="453300" cy="4533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 rot="10800000" flipH="1">
            <a:off x="7862412" y="-645736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635200" y="-3025"/>
            <a:ext cx="1098000" cy="6390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 rot="10800000">
            <a:off x="-2182" y="2378230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 rot="10800000">
            <a:off x="3492" y="110137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-16725" y="810975"/>
            <a:ext cx="659400" cy="801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606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 rot="5400000">
            <a:off x="-229950" y="223025"/>
            <a:ext cx="1098000" cy="6459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 rot="10800000" flipH="1">
            <a:off x="3492" y="2391299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4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71894" y="1776605"/>
            <a:ext cx="453300" cy="4533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 rot="5400000">
            <a:off x="945150" y="3599000"/>
            <a:ext cx="591300" cy="251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42824" y="3667625"/>
            <a:ext cx="1098000" cy="895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1894" y="3913005"/>
            <a:ext cx="453300" cy="4533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 rot="10800000">
            <a:off x="11175" y="-648750"/>
            <a:ext cx="12615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271463" dist="28575" dir="103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923425" y="942800"/>
            <a:ext cx="7297200" cy="3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 sz="13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4"/>
          <p:cNvSpPr/>
          <p:nvPr/>
        </p:nvSpPr>
        <p:spPr>
          <a:xfrm rot="5400000" flipH="1">
            <a:off x="-191825" y="4636020"/>
            <a:ext cx="478500" cy="5361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 flipH="1">
            <a:off x="125450" y="3425304"/>
            <a:ext cx="543900" cy="17181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57150" dir="198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 flipH="1">
            <a:off x="178986" y="2868539"/>
            <a:ext cx="436800" cy="4368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 flipH="1">
            <a:off x="-16725" y="2259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-11051" y="-11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408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 flipH="1">
            <a:off x="8484612" y="801326"/>
            <a:ext cx="659400" cy="159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606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 rot="-5400000" flipH="1">
            <a:off x="8259237" y="213376"/>
            <a:ext cx="1098000" cy="6459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 flipH="1">
            <a:off x="8535418" y="4568881"/>
            <a:ext cx="453300" cy="4533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 rot="10800000" flipH="1">
            <a:off x="7854612" y="-658399"/>
            <a:ext cx="12615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4"/>
          </a:solidFill>
          <a:ln>
            <a:noFill/>
          </a:ln>
          <a:effectLst>
            <a:outerShdw blurRad="271463" dist="28575" dir="103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720000" y="4071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"/>
          <p:cNvSpPr/>
          <p:nvPr/>
        </p:nvSpPr>
        <p:spPr>
          <a:xfrm rot="10800000" flipH="1">
            <a:off x="8128438" y="837565"/>
            <a:ext cx="436800" cy="4368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 rot="10800000" flipH="1">
            <a:off x="8377601" y="96828"/>
            <a:ext cx="688200" cy="688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 rot="10800000" flipH="1">
            <a:off x="8508297" y="1274375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/>
          <p:cNvSpPr/>
          <p:nvPr/>
        </p:nvSpPr>
        <p:spPr>
          <a:xfrm rot="5400000" flipH="1">
            <a:off x="8290887" y="4636116"/>
            <a:ext cx="478500" cy="5361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/>
          <p:nvPr/>
        </p:nvSpPr>
        <p:spPr>
          <a:xfrm flipH="1">
            <a:off x="8608162" y="3425400"/>
            <a:ext cx="543900" cy="17181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6"/>
          <p:cNvSpPr/>
          <p:nvPr/>
        </p:nvSpPr>
        <p:spPr>
          <a:xfrm rot="10800000">
            <a:off x="-2" y="3851825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"/>
          <p:cNvSpPr/>
          <p:nvPr/>
        </p:nvSpPr>
        <p:spPr>
          <a:xfrm rot="10800000" flipH="1">
            <a:off x="5672" y="386489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3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"/>
          <p:cNvSpPr/>
          <p:nvPr/>
        </p:nvSpPr>
        <p:spPr>
          <a:xfrm rot="-5400000" flipH="1">
            <a:off x="390749" y="-28716"/>
            <a:ext cx="478500" cy="5361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/>
          <p:nvPr/>
        </p:nvSpPr>
        <p:spPr>
          <a:xfrm rot="10800000" flipH="1">
            <a:off x="8074" y="0"/>
            <a:ext cx="543900" cy="17181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57150" dir="894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 rot="10800000" flipH="1">
            <a:off x="61638" y="1838065"/>
            <a:ext cx="436800" cy="43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>
            <a:spLocks noGrp="1"/>
          </p:cNvSpPr>
          <p:nvPr>
            <p:ph type="title"/>
          </p:nvPr>
        </p:nvSpPr>
        <p:spPr>
          <a:xfrm>
            <a:off x="946650" y="1035000"/>
            <a:ext cx="7250700" cy="30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99" name="Google Shape;99;p8"/>
          <p:cNvSpPr/>
          <p:nvPr/>
        </p:nvSpPr>
        <p:spPr>
          <a:xfrm rot="10800000">
            <a:off x="-16725" y="2381250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8"/>
          <p:cNvSpPr/>
          <p:nvPr/>
        </p:nvSpPr>
        <p:spPr>
          <a:xfrm rot="10800000">
            <a:off x="-11051" y="110439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8"/>
          <p:cNvSpPr/>
          <p:nvPr/>
        </p:nvSpPr>
        <p:spPr>
          <a:xfrm rot="10800000" flipH="1">
            <a:off x="-11051" y="2394319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704051" y="2456850"/>
            <a:ext cx="453300" cy="4533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8"/>
          <p:cNvSpPr/>
          <p:nvPr/>
        </p:nvSpPr>
        <p:spPr>
          <a:xfrm rot="5400000">
            <a:off x="940351" y="3611750"/>
            <a:ext cx="590100" cy="24927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628286" y="3670650"/>
            <a:ext cx="1098000" cy="895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57351" y="3916025"/>
            <a:ext cx="453300" cy="4533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/>
          <p:cNvSpPr/>
          <p:nvPr/>
        </p:nvSpPr>
        <p:spPr>
          <a:xfrm flipH="1">
            <a:off x="7402137" y="-3025"/>
            <a:ext cx="1098000" cy="6390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8"/>
          <p:cNvSpPr/>
          <p:nvPr/>
        </p:nvSpPr>
        <p:spPr>
          <a:xfrm rot="10800000" flipH="1">
            <a:off x="7848119" y="2378230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"/>
          <p:cNvSpPr/>
          <p:nvPr/>
        </p:nvSpPr>
        <p:spPr>
          <a:xfrm rot="10800000" flipH="1">
            <a:off x="7853245" y="110137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"/>
          <p:cNvSpPr/>
          <p:nvPr/>
        </p:nvSpPr>
        <p:spPr>
          <a:xfrm flipH="1">
            <a:off x="8492662" y="810975"/>
            <a:ext cx="659400" cy="801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606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"/>
          <p:cNvSpPr/>
          <p:nvPr/>
        </p:nvSpPr>
        <p:spPr>
          <a:xfrm rot="-5400000" flipH="1">
            <a:off x="8267287" y="223025"/>
            <a:ext cx="1098000" cy="6459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8"/>
          <p:cNvSpPr/>
          <p:nvPr/>
        </p:nvSpPr>
        <p:spPr>
          <a:xfrm rot="10800000">
            <a:off x="7853245" y="2391299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4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8"/>
          <p:cNvSpPr/>
          <p:nvPr/>
        </p:nvSpPr>
        <p:spPr>
          <a:xfrm flipH="1">
            <a:off x="8610143" y="1776605"/>
            <a:ext cx="453300" cy="4533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"/>
          <p:cNvSpPr/>
          <p:nvPr/>
        </p:nvSpPr>
        <p:spPr>
          <a:xfrm rot="10800000" flipH="1">
            <a:off x="7862662" y="-648750"/>
            <a:ext cx="12615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271463" dist="28575" dir="103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>
            <a:spLocks noGrp="1"/>
          </p:cNvSpPr>
          <p:nvPr>
            <p:ph type="title"/>
          </p:nvPr>
        </p:nvSpPr>
        <p:spPr>
          <a:xfrm>
            <a:off x="2127300" y="1612625"/>
            <a:ext cx="2241300" cy="7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2"/>
                </a:solidFill>
                <a:highlight>
                  <a:schemeClr val="accent1"/>
                </a:highlight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title" idx="2" hasCustomPrompt="1"/>
          </p:nvPr>
        </p:nvSpPr>
        <p:spPr>
          <a:xfrm>
            <a:off x="1397375" y="1755274"/>
            <a:ext cx="7299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1"/>
          </p:nvPr>
        </p:nvSpPr>
        <p:spPr>
          <a:xfrm>
            <a:off x="2127300" y="2274871"/>
            <a:ext cx="224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title" idx="3"/>
          </p:nvPr>
        </p:nvSpPr>
        <p:spPr>
          <a:xfrm>
            <a:off x="5505325" y="1612625"/>
            <a:ext cx="2241300" cy="7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2"/>
                </a:solidFill>
                <a:highlight>
                  <a:schemeClr val="accent1"/>
                </a:highlight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title" idx="4" hasCustomPrompt="1"/>
          </p:nvPr>
        </p:nvSpPr>
        <p:spPr>
          <a:xfrm>
            <a:off x="4796900" y="1755274"/>
            <a:ext cx="7299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5"/>
          </p:nvPr>
        </p:nvSpPr>
        <p:spPr>
          <a:xfrm>
            <a:off x="5505325" y="2274871"/>
            <a:ext cx="224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 idx="6"/>
          </p:nvPr>
        </p:nvSpPr>
        <p:spPr>
          <a:xfrm>
            <a:off x="2127300" y="3021103"/>
            <a:ext cx="2241300" cy="7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2"/>
                </a:solidFill>
                <a:highlight>
                  <a:schemeClr val="accent1"/>
                </a:highlight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title" idx="7" hasCustomPrompt="1"/>
          </p:nvPr>
        </p:nvSpPr>
        <p:spPr>
          <a:xfrm>
            <a:off x="1397375" y="3171089"/>
            <a:ext cx="7299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>
            <a:spLocks noGrp="1"/>
          </p:cNvSpPr>
          <p:nvPr>
            <p:ph type="subTitle" idx="8"/>
          </p:nvPr>
        </p:nvSpPr>
        <p:spPr>
          <a:xfrm>
            <a:off x="2127300" y="3683274"/>
            <a:ext cx="224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title" idx="9"/>
          </p:nvPr>
        </p:nvSpPr>
        <p:spPr>
          <a:xfrm>
            <a:off x="5505325" y="3021103"/>
            <a:ext cx="2241300" cy="7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2"/>
                </a:solidFill>
                <a:highlight>
                  <a:schemeClr val="accent1"/>
                </a:highlight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6" name="Google Shape;156;p13"/>
          <p:cNvSpPr txBox="1">
            <a:spLocks noGrp="1"/>
          </p:cNvSpPr>
          <p:nvPr>
            <p:ph type="title" idx="13" hasCustomPrompt="1"/>
          </p:nvPr>
        </p:nvSpPr>
        <p:spPr>
          <a:xfrm>
            <a:off x="4796900" y="3171089"/>
            <a:ext cx="7299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7" name="Google Shape;157;p13"/>
          <p:cNvSpPr txBox="1">
            <a:spLocks noGrp="1"/>
          </p:cNvSpPr>
          <p:nvPr>
            <p:ph type="subTitle" idx="14"/>
          </p:nvPr>
        </p:nvSpPr>
        <p:spPr>
          <a:xfrm>
            <a:off x="5505325" y="3683274"/>
            <a:ext cx="224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title" idx="15"/>
          </p:nvPr>
        </p:nvSpPr>
        <p:spPr>
          <a:xfrm>
            <a:off x="720000" y="407159"/>
            <a:ext cx="7704000" cy="572700"/>
          </a:xfrm>
          <a:prstGeom prst="rect">
            <a:avLst/>
          </a:prstGeom>
          <a:effectLst>
            <a:outerShdw blurRad="57150" dist="19050" dir="3600000" algn="bl" rotWithShape="0">
              <a:srgbClr val="000000">
                <a:alpha val="589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3"/>
          <p:cNvSpPr/>
          <p:nvPr/>
        </p:nvSpPr>
        <p:spPr>
          <a:xfrm rot="10800000">
            <a:off x="586822" y="837565"/>
            <a:ext cx="436800" cy="4368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"/>
          <p:cNvSpPr/>
          <p:nvPr/>
        </p:nvSpPr>
        <p:spPr>
          <a:xfrm rot="10800000">
            <a:off x="86260" y="96828"/>
            <a:ext cx="688200" cy="688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"/>
          <p:cNvSpPr/>
          <p:nvPr/>
        </p:nvSpPr>
        <p:spPr>
          <a:xfrm rot="10800000">
            <a:off x="355763" y="1274375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3"/>
          <p:cNvSpPr/>
          <p:nvPr/>
        </p:nvSpPr>
        <p:spPr>
          <a:xfrm rot="-5400000">
            <a:off x="382673" y="4636116"/>
            <a:ext cx="478500" cy="536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-2" y="3425400"/>
            <a:ext cx="543900" cy="17181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3"/>
          <p:cNvSpPr/>
          <p:nvPr/>
        </p:nvSpPr>
        <p:spPr>
          <a:xfrm rot="10800000" flipH="1">
            <a:off x="7862662" y="3851825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"/>
          <p:cNvSpPr/>
          <p:nvPr/>
        </p:nvSpPr>
        <p:spPr>
          <a:xfrm rot="10800000">
            <a:off x="7867788" y="386489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4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3"/>
          <p:cNvSpPr/>
          <p:nvPr/>
        </p:nvSpPr>
        <p:spPr>
          <a:xfrm rot="5400000">
            <a:off x="8282812" y="-28716"/>
            <a:ext cx="478500" cy="5361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3"/>
          <p:cNvSpPr/>
          <p:nvPr/>
        </p:nvSpPr>
        <p:spPr>
          <a:xfrm rot="10800000">
            <a:off x="8600087" y="0"/>
            <a:ext cx="543900" cy="17181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57150" dir="894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3"/>
          <p:cNvSpPr/>
          <p:nvPr/>
        </p:nvSpPr>
        <p:spPr>
          <a:xfrm rot="10800000">
            <a:off x="8653622" y="1838065"/>
            <a:ext cx="436800" cy="4368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/>
          <p:nvPr/>
        </p:nvSpPr>
        <p:spPr>
          <a:xfrm rot="10800000" flipH="1">
            <a:off x="635200" y="4517175"/>
            <a:ext cx="1098000" cy="6390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6"/>
          <p:cNvSpPr/>
          <p:nvPr/>
        </p:nvSpPr>
        <p:spPr>
          <a:xfrm rot="5400000" flipH="1">
            <a:off x="-229950" y="4284225"/>
            <a:ext cx="1098000" cy="6459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6"/>
          <p:cNvSpPr/>
          <p:nvPr/>
        </p:nvSpPr>
        <p:spPr>
          <a:xfrm flipH="1">
            <a:off x="11175" y="4512500"/>
            <a:ext cx="12615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271463" dist="28575" dir="103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6"/>
          <p:cNvSpPr txBox="1">
            <a:spLocks noGrp="1"/>
          </p:cNvSpPr>
          <p:nvPr>
            <p:ph type="subTitle" idx="1"/>
          </p:nvPr>
        </p:nvSpPr>
        <p:spPr>
          <a:xfrm>
            <a:off x="4681025" y="1827375"/>
            <a:ext cx="2473800" cy="14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6"/>
          <p:cNvSpPr txBox="1">
            <a:spLocks noGrp="1"/>
          </p:cNvSpPr>
          <p:nvPr>
            <p:ph type="title"/>
          </p:nvPr>
        </p:nvSpPr>
        <p:spPr>
          <a:xfrm>
            <a:off x="1989163" y="2285400"/>
            <a:ext cx="247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6"/>
          <p:cNvSpPr/>
          <p:nvPr/>
        </p:nvSpPr>
        <p:spPr>
          <a:xfrm rot="10800000" flipH="1">
            <a:off x="8128438" y="837565"/>
            <a:ext cx="436800" cy="4368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6"/>
          <p:cNvSpPr/>
          <p:nvPr/>
        </p:nvSpPr>
        <p:spPr>
          <a:xfrm rot="10800000" flipH="1">
            <a:off x="8377601" y="96828"/>
            <a:ext cx="688200" cy="688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6"/>
          <p:cNvSpPr/>
          <p:nvPr/>
        </p:nvSpPr>
        <p:spPr>
          <a:xfrm rot="10800000" flipH="1">
            <a:off x="8508297" y="1274375"/>
            <a:ext cx="288000" cy="2880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6"/>
          <p:cNvSpPr/>
          <p:nvPr/>
        </p:nvSpPr>
        <p:spPr>
          <a:xfrm rot="-5400000">
            <a:off x="8331400" y="4322787"/>
            <a:ext cx="1105200" cy="5361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8107412" y="3425400"/>
            <a:ext cx="543900" cy="17181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-2" y="2768769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"/>
          <p:cNvSpPr/>
          <p:nvPr/>
        </p:nvSpPr>
        <p:spPr>
          <a:xfrm flipH="1">
            <a:off x="5124" y="2766500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3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6"/>
          <p:cNvSpPr/>
          <p:nvPr/>
        </p:nvSpPr>
        <p:spPr>
          <a:xfrm rot="5400000">
            <a:off x="28799" y="-28716"/>
            <a:ext cx="478500" cy="5361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6"/>
          <p:cNvSpPr/>
          <p:nvPr/>
        </p:nvSpPr>
        <p:spPr>
          <a:xfrm rot="10800000">
            <a:off x="346074" y="0"/>
            <a:ext cx="543900" cy="17181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57150" dir="894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6"/>
          <p:cNvSpPr/>
          <p:nvPr/>
        </p:nvSpPr>
        <p:spPr>
          <a:xfrm rot="10800000">
            <a:off x="399609" y="1838065"/>
            <a:ext cx="436800" cy="43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/>
          <p:cNvSpPr/>
          <p:nvPr/>
        </p:nvSpPr>
        <p:spPr>
          <a:xfrm rot="10800000" flipH="1">
            <a:off x="8012988" y="214679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 txBox="1">
            <a:spLocks noGrp="1"/>
          </p:cNvSpPr>
          <p:nvPr>
            <p:ph type="subTitle" idx="1"/>
          </p:nvPr>
        </p:nvSpPr>
        <p:spPr>
          <a:xfrm>
            <a:off x="3691300" y="1513600"/>
            <a:ext cx="3342000" cy="434700"/>
          </a:xfrm>
          <a:prstGeom prst="rect">
            <a:avLst/>
          </a:prstGeom>
          <a:effectLst>
            <a:outerShdw blurRad="57150" dist="19050" dir="378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solidFill>
                  <a:schemeClr val="dk2"/>
                </a:solidFill>
                <a:highlight>
                  <a:schemeClr val="accent1"/>
                </a:highlight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3" name="Google Shape;273;p20"/>
          <p:cNvSpPr txBox="1">
            <a:spLocks noGrp="1"/>
          </p:cNvSpPr>
          <p:nvPr>
            <p:ph type="subTitle" idx="2"/>
          </p:nvPr>
        </p:nvSpPr>
        <p:spPr>
          <a:xfrm>
            <a:off x="3691302" y="3280675"/>
            <a:ext cx="3342000" cy="434700"/>
          </a:xfrm>
          <a:prstGeom prst="rect">
            <a:avLst/>
          </a:prstGeom>
          <a:effectLst>
            <a:outerShdw blurRad="57150" dist="19050" dir="378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solidFill>
                  <a:schemeClr val="dk2"/>
                </a:solidFill>
                <a:highlight>
                  <a:schemeClr val="accent1"/>
                </a:highlight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4" name="Google Shape;274;p20"/>
          <p:cNvSpPr txBox="1">
            <a:spLocks noGrp="1"/>
          </p:cNvSpPr>
          <p:nvPr>
            <p:ph type="subTitle" idx="3"/>
          </p:nvPr>
        </p:nvSpPr>
        <p:spPr>
          <a:xfrm>
            <a:off x="3691300" y="1896072"/>
            <a:ext cx="33420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4"/>
          </p:nvPr>
        </p:nvSpPr>
        <p:spPr>
          <a:xfrm>
            <a:off x="3691300" y="3663125"/>
            <a:ext cx="33420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720000" y="39943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20"/>
          <p:cNvSpPr/>
          <p:nvPr/>
        </p:nvSpPr>
        <p:spPr>
          <a:xfrm flipH="1">
            <a:off x="8500450" y="0"/>
            <a:ext cx="645000" cy="1676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0"/>
          <p:cNvSpPr/>
          <p:nvPr/>
        </p:nvSpPr>
        <p:spPr>
          <a:xfrm rot="10800000" flipH="1">
            <a:off x="7862662" y="3851825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0"/>
          <p:cNvSpPr/>
          <p:nvPr/>
        </p:nvSpPr>
        <p:spPr>
          <a:xfrm rot="10800000" flipH="1">
            <a:off x="7867788" y="2574969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0"/>
          <p:cNvSpPr/>
          <p:nvPr/>
        </p:nvSpPr>
        <p:spPr>
          <a:xfrm rot="10800000">
            <a:off x="7867788" y="386489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2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0"/>
          <p:cNvSpPr/>
          <p:nvPr/>
        </p:nvSpPr>
        <p:spPr>
          <a:xfrm flipH="1">
            <a:off x="7977986" y="3927425"/>
            <a:ext cx="453300" cy="4533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0"/>
          <p:cNvSpPr/>
          <p:nvPr/>
        </p:nvSpPr>
        <p:spPr>
          <a:xfrm rot="10800000" flipH="1">
            <a:off x="8500587" y="-645736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0"/>
          <p:cNvSpPr/>
          <p:nvPr/>
        </p:nvSpPr>
        <p:spPr>
          <a:xfrm rot="10800000" flipH="1">
            <a:off x="-2182" y="3851830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0"/>
          <p:cNvSpPr/>
          <p:nvPr/>
        </p:nvSpPr>
        <p:spPr>
          <a:xfrm rot="10800000" flipH="1">
            <a:off x="2944" y="257497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0"/>
          <p:cNvSpPr/>
          <p:nvPr/>
        </p:nvSpPr>
        <p:spPr>
          <a:xfrm rot="10800000">
            <a:off x="2944" y="3864899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0"/>
          <p:cNvSpPr/>
          <p:nvPr/>
        </p:nvSpPr>
        <p:spPr>
          <a:xfrm flipH="1">
            <a:off x="759842" y="3250205"/>
            <a:ext cx="453300" cy="4533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-9850" y="-42000"/>
            <a:ext cx="1914900" cy="63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0"/>
          <p:cNvSpPr/>
          <p:nvPr/>
        </p:nvSpPr>
        <p:spPr>
          <a:xfrm rot="10800000">
            <a:off x="-654387" y="-687736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>
            <a:spLocks noGrp="1"/>
          </p:cNvSpPr>
          <p:nvPr>
            <p:ph type="title"/>
          </p:nvPr>
        </p:nvSpPr>
        <p:spPr>
          <a:xfrm>
            <a:off x="720000" y="29282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dk2"/>
                </a:solidFill>
                <a:highlight>
                  <a:schemeClr val="accent1"/>
                </a:highlight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1" name="Google Shape;291;p21"/>
          <p:cNvSpPr txBox="1">
            <a:spLocks noGrp="1"/>
          </p:cNvSpPr>
          <p:nvPr>
            <p:ph type="subTitle" idx="1"/>
          </p:nvPr>
        </p:nvSpPr>
        <p:spPr>
          <a:xfrm>
            <a:off x="720000" y="351473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1"/>
          <p:cNvSpPr txBox="1">
            <a:spLocks noGrp="1"/>
          </p:cNvSpPr>
          <p:nvPr>
            <p:ph type="title" idx="2"/>
          </p:nvPr>
        </p:nvSpPr>
        <p:spPr>
          <a:xfrm>
            <a:off x="3403800" y="29282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dk2"/>
                </a:solidFill>
                <a:highlight>
                  <a:schemeClr val="accent1"/>
                </a:highlight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3" name="Google Shape;293;p21"/>
          <p:cNvSpPr txBox="1">
            <a:spLocks noGrp="1"/>
          </p:cNvSpPr>
          <p:nvPr>
            <p:ph type="subTitle" idx="3"/>
          </p:nvPr>
        </p:nvSpPr>
        <p:spPr>
          <a:xfrm>
            <a:off x="3403800" y="351473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1"/>
          <p:cNvSpPr txBox="1">
            <a:spLocks noGrp="1"/>
          </p:cNvSpPr>
          <p:nvPr>
            <p:ph type="title" idx="4"/>
          </p:nvPr>
        </p:nvSpPr>
        <p:spPr>
          <a:xfrm>
            <a:off x="6087600" y="29282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dk2"/>
                </a:solidFill>
                <a:highlight>
                  <a:schemeClr val="accent1"/>
                </a:highlight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5" name="Google Shape;295;p21"/>
          <p:cNvSpPr txBox="1">
            <a:spLocks noGrp="1"/>
          </p:cNvSpPr>
          <p:nvPr>
            <p:ph type="subTitle" idx="5"/>
          </p:nvPr>
        </p:nvSpPr>
        <p:spPr>
          <a:xfrm>
            <a:off x="6087600" y="351473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1"/>
          <p:cNvSpPr txBox="1">
            <a:spLocks noGrp="1"/>
          </p:cNvSpPr>
          <p:nvPr>
            <p:ph type="title" idx="6"/>
          </p:nvPr>
        </p:nvSpPr>
        <p:spPr>
          <a:xfrm>
            <a:off x="720000" y="4071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1"/>
          <p:cNvSpPr/>
          <p:nvPr/>
        </p:nvSpPr>
        <p:spPr>
          <a:xfrm rot="10800000">
            <a:off x="585687" y="837565"/>
            <a:ext cx="436800" cy="43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1"/>
          <p:cNvSpPr/>
          <p:nvPr/>
        </p:nvSpPr>
        <p:spPr>
          <a:xfrm rot="10800000">
            <a:off x="85125" y="96828"/>
            <a:ext cx="688200" cy="688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1"/>
          <p:cNvSpPr/>
          <p:nvPr/>
        </p:nvSpPr>
        <p:spPr>
          <a:xfrm rot="10800000">
            <a:off x="354629" y="1274375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1"/>
          <p:cNvSpPr/>
          <p:nvPr/>
        </p:nvSpPr>
        <p:spPr>
          <a:xfrm rot="-5400000">
            <a:off x="789567" y="4228125"/>
            <a:ext cx="478500" cy="1352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-1136" y="3425400"/>
            <a:ext cx="543900" cy="17181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1"/>
          <p:cNvSpPr/>
          <p:nvPr/>
        </p:nvSpPr>
        <p:spPr>
          <a:xfrm rot="5400000" flipH="1">
            <a:off x="7860392" y="1135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1"/>
          <p:cNvSpPr/>
          <p:nvPr/>
        </p:nvSpPr>
        <p:spPr>
          <a:xfrm rot="5400000">
            <a:off x="7873462" y="6809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1"/>
          <p:cNvSpPr/>
          <p:nvPr/>
        </p:nvSpPr>
        <p:spPr>
          <a:xfrm rot="5400000" flipH="1">
            <a:off x="8289752" y="4636106"/>
            <a:ext cx="478500" cy="5361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1"/>
          <p:cNvSpPr/>
          <p:nvPr/>
        </p:nvSpPr>
        <p:spPr>
          <a:xfrm flipH="1">
            <a:off x="8607025" y="4276720"/>
            <a:ext cx="543900" cy="8667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57163" dist="57150" dir="894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1"/>
          <p:cNvSpPr/>
          <p:nvPr/>
        </p:nvSpPr>
        <p:spPr>
          <a:xfrm flipH="1">
            <a:off x="7669962" y="4685750"/>
            <a:ext cx="436800" cy="4368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2"/>
          <p:cNvSpPr/>
          <p:nvPr/>
        </p:nvSpPr>
        <p:spPr>
          <a:xfrm>
            <a:off x="-3620" y="0"/>
            <a:ext cx="645000" cy="1676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2"/>
          <p:cNvSpPr/>
          <p:nvPr/>
        </p:nvSpPr>
        <p:spPr>
          <a:xfrm rot="10800000">
            <a:off x="7854593" y="3851825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2"/>
          <p:cNvSpPr/>
          <p:nvPr/>
        </p:nvSpPr>
        <p:spPr>
          <a:xfrm rot="10800000">
            <a:off x="7860267" y="2574969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2"/>
          <p:cNvSpPr/>
          <p:nvPr/>
        </p:nvSpPr>
        <p:spPr>
          <a:xfrm rot="10800000" flipH="1">
            <a:off x="7860267" y="386489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2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2"/>
          <p:cNvSpPr/>
          <p:nvPr/>
        </p:nvSpPr>
        <p:spPr>
          <a:xfrm>
            <a:off x="8575369" y="3927425"/>
            <a:ext cx="453300" cy="4533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2"/>
          <p:cNvSpPr/>
          <p:nvPr/>
        </p:nvSpPr>
        <p:spPr>
          <a:xfrm rot="10800000">
            <a:off x="-648157" y="-645736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32"/>
          <p:cNvSpPr/>
          <p:nvPr/>
        </p:nvSpPr>
        <p:spPr>
          <a:xfrm rot="10800000" flipH="1">
            <a:off x="7854612" y="1276855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2"/>
          <p:cNvSpPr/>
          <p:nvPr/>
        </p:nvSpPr>
        <p:spPr>
          <a:xfrm rot="10800000" flipH="1">
            <a:off x="7859738" y="-1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2"/>
          <p:cNvSpPr/>
          <p:nvPr/>
        </p:nvSpPr>
        <p:spPr>
          <a:xfrm rot="10800000">
            <a:off x="7859738" y="128992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2"/>
          <p:cNvSpPr/>
          <p:nvPr/>
        </p:nvSpPr>
        <p:spPr>
          <a:xfrm flipH="1">
            <a:off x="8616636" y="675230"/>
            <a:ext cx="453300" cy="4533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2"/>
          <p:cNvSpPr/>
          <p:nvPr/>
        </p:nvSpPr>
        <p:spPr>
          <a:xfrm flipH="1">
            <a:off x="-2170" y="4497550"/>
            <a:ext cx="1914900" cy="63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2"/>
          <p:cNvSpPr/>
          <p:nvPr/>
        </p:nvSpPr>
        <p:spPr>
          <a:xfrm rot="10800000" flipH="1">
            <a:off x="1267867" y="3851814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3"/>
          <p:cNvSpPr/>
          <p:nvPr/>
        </p:nvSpPr>
        <p:spPr>
          <a:xfrm rot="5400000">
            <a:off x="7984057" y="-524281"/>
            <a:ext cx="645000" cy="1676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3"/>
          <p:cNvSpPr/>
          <p:nvPr/>
        </p:nvSpPr>
        <p:spPr>
          <a:xfrm rot="-5400000">
            <a:off x="2282" y="3854070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3"/>
          <p:cNvSpPr/>
          <p:nvPr/>
        </p:nvSpPr>
        <p:spPr>
          <a:xfrm rot="-5400000">
            <a:off x="1289937" y="385974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3"/>
          <p:cNvSpPr/>
          <p:nvPr/>
        </p:nvSpPr>
        <p:spPr>
          <a:xfrm rot="-5400000" flipH="1">
            <a:off x="12" y="385974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2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33"/>
          <p:cNvSpPr/>
          <p:nvPr/>
        </p:nvSpPr>
        <p:spPr>
          <a:xfrm rot="5400000">
            <a:off x="762782" y="4574846"/>
            <a:ext cx="453300" cy="4533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3"/>
          <p:cNvSpPr/>
          <p:nvPr/>
        </p:nvSpPr>
        <p:spPr>
          <a:xfrm rot="-5400000">
            <a:off x="8501093" y="-653118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33"/>
          <p:cNvSpPr/>
          <p:nvPr/>
        </p:nvSpPr>
        <p:spPr>
          <a:xfrm rot="-5400000" flipH="1">
            <a:off x="6577752" y="3854089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3"/>
          <p:cNvSpPr/>
          <p:nvPr/>
        </p:nvSpPr>
        <p:spPr>
          <a:xfrm rot="-5400000" flipH="1">
            <a:off x="7865407" y="3859215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3"/>
          <p:cNvSpPr/>
          <p:nvPr/>
        </p:nvSpPr>
        <p:spPr>
          <a:xfrm rot="-5400000">
            <a:off x="6575482" y="3859215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64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3"/>
          <p:cNvSpPr/>
          <p:nvPr/>
        </p:nvSpPr>
        <p:spPr>
          <a:xfrm rot="5400000" flipH="1">
            <a:off x="8015477" y="4616113"/>
            <a:ext cx="453300" cy="4533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3"/>
          <p:cNvSpPr/>
          <p:nvPr/>
        </p:nvSpPr>
        <p:spPr>
          <a:xfrm rot="5400000" flipH="1">
            <a:off x="-642267" y="637956"/>
            <a:ext cx="1914900" cy="63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3"/>
          <p:cNvSpPr/>
          <p:nvPr/>
        </p:nvSpPr>
        <p:spPr>
          <a:xfrm rot="-5400000" flipH="1">
            <a:off x="-8981" y="1270044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4"/>
          <p:cNvSpPr/>
          <p:nvPr/>
        </p:nvSpPr>
        <p:spPr>
          <a:xfrm rot="-5400000" flipH="1">
            <a:off x="8631062" y="-28620"/>
            <a:ext cx="478500" cy="5361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34"/>
          <p:cNvSpPr/>
          <p:nvPr/>
        </p:nvSpPr>
        <p:spPr>
          <a:xfrm rot="10800000" flipH="1">
            <a:off x="8248387" y="96"/>
            <a:ext cx="543900" cy="17181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57163" dist="57150" dir="198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4"/>
          <p:cNvSpPr/>
          <p:nvPr/>
        </p:nvSpPr>
        <p:spPr>
          <a:xfrm rot="10800000" flipH="1">
            <a:off x="8301951" y="1838161"/>
            <a:ext cx="436800" cy="43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7163" dist="571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4"/>
          <p:cNvSpPr/>
          <p:nvPr/>
        </p:nvSpPr>
        <p:spPr>
          <a:xfrm rot="10800000" flipH="1">
            <a:off x="7854612" y="3851842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4"/>
          <p:cNvSpPr/>
          <p:nvPr/>
        </p:nvSpPr>
        <p:spPr>
          <a:xfrm rot="10800000">
            <a:off x="7859738" y="3864911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408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4"/>
          <p:cNvSpPr/>
          <p:nvPr/>
        </p:nvSpPr>
        <p:spPr>
          <a:xfrm rot="10800000" flipH="1">
            <a:off x="635200" y="4517175"/>
            <a:ext cx="1098000" cy="6390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4"/>
          <p:cNvSpPr/>
          <p:nvPr/>
        </p:nvSpPr>
        <p:spPr>
          <a:xfrm flipH="1">
            <a:off x="3492" y="1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4"/>
          <p:cNvSpPr/>
          <p:nvPr/>
        </p:nvSpPr>
        <p:spPr>
          <a:xfrm rot="10800000" flipH="1">
            <a:off x="-16725" y="2743175"/>
            <a:ext cx="659400" cy="159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606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4"/>
          <p:cNvSpPr/>
          <p:nvPr/>
        </p:nvSpPr>
        <p:spPr>
          <a:xfrm rot="5400000" flipH="1">
            <a:off x="-229950" y="4284225"/>
            <a:ext cx="1098000" cy="6459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34"/>
          <p:cNvSpPr/>
          <p:nvPr/>
        </p:nvSpPr>
        <p:spPr>
          <a:xfrm rot="10800000" flipH="1">
            <a:off x="71894" y="150070"/>
            <a:ext cx="453300" cy="4533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4"/>
          <p:cNvSpPr/>
          <p:nvPr/>
        </p:nvSpPr>
        <p:spPr>
          <a:xfrm flipH="1">
            <a:off x="11175" y="4512500"/>
            <a:ext cx="12615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1"/>
          </a:solidFill>
          <a:ln>
            <a:noFill/>
          </a:ln>
          <a:effectLst>
            <a:outerShdw blurRad="271463" dist="28575" dir="103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342750"/>
            <a:ext cx="77139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3780000" algn="bl" rotWithShape="0">
              <a:srgbClr val="000000">
                <a:alpha val="58999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oppins ExtraBold"/>
              <a:buNone/>
              <a:defRPr sz="35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6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●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○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■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●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○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■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●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○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M Sans"/>
              <a:buChar char="■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8" r:id="rId5"/>
    <p:sldLayoutId id="2147483659" r:id="rId6"/>
    <p:sldLayoutId id="2147483662" r:id="rId7"/>
    <p:sldLayoutId id="2147483666" r:id="rId8"/>
    <p:sldLayoutId id="2147483667" r:id="rId9"/>
    <p:sldLayoutId id="2147483678" r:id="rId10"/>
    <p:sldLayoutId id="2147483679" r:id="rId11"/>
    <p:sldLayoutId id="214748368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8"/>
          <p:cNvSpPr txBox="1">
            <a:spLocks noGrp="1"/>
          </p:cNvSpPr>
          <p:nvPr>
            <p:ph type="ctrTitle"/>
          </p:nvPr>
        </p:nvSpPr>
        <p:spPr>
          <a:xfrm>
            <a:off x="2427809" y="2211255"/>
            <a:ext cx="4011092" cy="7020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5500" dirty="0"/>
              <a:t> </a:t>
            </a:r>
            <a:r>
              <a:rPr lang="es-BO" sz="5400" dirty="0" err="1">
                <a:highlight>
                  <a:schemeClr val="accent1"/>
                </a:highlight>
              </a:rPr>
              <a:t>PixelUp</a:t>
            </a:r>
            <a:r>
              <a:rPr lang="es-BO" sz="5400" dirty="0">
                <a:highlight>
                  <a:schemeClr val="accent1"/>
                </a:highlight>
              </a:rPr>
              <a:t> IA</a:t>
            </a:r>
            <a:br>
              <a:rPr lang="es-BO" sz="5400" dirty="0">
                <a:highlight>
                  <a:schemeClr val="accent1"/>
                </a:highlight>
              </a:rPr>
            </a:br>
            <a:endParaRPr sz="5000" dirty="0">
              <a:solidFill>
                <a:srgbClr val="3B3B3B"/>
              </a:solidFill>
              <a:highlight>
                <a:schemeClr val="accent1"/>
              </a:highlight>
            </a:endParaRPr>
          </a:p>
        </p:txBody>
      </p:sp>
      <p:sp>
        <p:nvSpPr>
          <p:cNvPr id="533" name="Google Shape;533;p38"/>
          <p:cNvSpPr txBox="1">
            <a:spLocks noGrp="1"/>
          </p:cNvSpPr>
          <p:nvPr>
            <p:ph type="subTitle" idx="1"/>
          </p:nvPr>
        </p:nvSpPr>
        <p:spPr>
          <a:xfrm>
            <a:off x="1804155" y="3036780"/>
            <a:ext cx="5535683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MX" dirty="0"/>
              <a:t>Super-Resolución con IA (ESRGAN) en Android</a:t>
            </a:r>
          </a:p>
        </p:txBody>
      </p:sp>
      <p:pic>
        <p:nvPicPr>
          <p:cNvPr id="534" name="Google Shape;5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45825" y="152400"/>
            <a:ext cx="2246878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33;p38">
            <a:extLst>
              <a:ext uri="{FF2B5EF4-FFF2-40B4-BE49-F238E27FC236}">
                <a16:creationId xmlns:a16="http://schemas.microsoft.com/office/drawing/2014/main" id="{A8608B3C-5491-C1F6-44F0-80F597D9F115}"/>
              </a:ext>
            </a:extLst>
          </p:cNvPr>
          <p:cNvSpPr txBox="1">
            <a:spLocks/>
          </p:cNvSpPr>
          <p:nvPr/>
        </p:nvSpPr>
        <p:spPr>
          <a:xfrm>
            <a:off x="2789064" y="3693150"/>
            <a:ext cx="3565864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s-MX" dirty="0"/>
              <a:t>Jherson Efrain Vargas Paredes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9"/>
          <p:cNvSpPr txBox="1">
            <a:spLocks noGrp="1"/>
          </p:cNvSpPr>
          <p:nvPr>
            <p:ph type="title"/>
          </p:nvPr>
        </p:nvSpPr>
        <p:spPr>
          <a:xfrm>
            <a:off x="705131" y="897344"/>
            <a:ext cx="7297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MX" dirty="0"/>
              <a:t>El Problema: Imágenes de Baja Calidad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3D05C9-3F8B-9FB7-0513-DE629098F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664" y="1166462"/>
            <a:ext cx="3918029" cy="39180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0"/>
          <p:cNvSpPr/>
          <p:nvPr/>
        </p:nvSpPr>
        <p:spPr>
          <a:xfrm>
            <a:off x="1418375" y="3023549"/>
            <a:ext cx="687900" cy="6879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157163" dist="57150" dir="3000000" algn="bl" rotWithShape="0">
              <a:schemeClr val="dk1">
                <a:alpha val="3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0"/>
          <p:cNvSpPr/>
          <p:nvPr/>
        </p:nvSpPr>
        <p:spPr>
          <a:xfrm>
            <a:off x="4817900" y="3023549"/>
            <a:ext cx="687900" cy="6879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57163" dist="57150" dir="3000000" algn="bl" rotWithShape="0">
              <a:schemeClr val="dk1">
                <a:alpha val="3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0"/>
          <p:cNvSpPr/>
          <p:nvPr/>
        </p:nvSpPr>
        <p:spPr>
          <a:xfrm>
            <a:off x="1418375" y="1612063"/>
            <a:ext cx="687900" cy="6879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157163" dist="57150" dir="3000000" algn="bl" rotWithShape="0">
              <a:schemeClr val="dk1">
                <a:alpha val="3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0"/>
          <p:cNvSpPr/>
          <p:nvPr/>
        </p:nvSpPr>
        <p:spPr>
          <a:xfrm>
            <a:off x="4817900" y="1612138"/>
            <a:ext cx="687900" cy="6879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57163" dist="57150" dir="3000000" algn="bl" rotWithShape="0">
              <a:schemeClr val="dk1">
                <a:alpha val="3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0"/>
          <p:cNvSpPr txBox="1">
            <a:spLocks noGrp="1"/>
          </p:cNvSpPr>
          <p:nvPr>
            <p:ph type="title"/>
          </p:nvPr>
        </p:nvSpPr>
        <p:spPr>
          <a:xfrm>
            <a:off x="2127300" y="1612625"/>
            <a:ext cx="2241300" cy="7305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 Android</a:t>
            </a:r>
            <a:endParaRPr dirty="0"/>
          </a:p>
        </p:txBody>
      </p:sp>
      <p:sp>
        <p:nvSpPr>
          <p:cNvPr id="550" name="Google Shape;550;p40"/>
          <p:cNvSpPr txBox="1">
            <a:spLocks noGrp="1"/>
          </p:cNvSpPr>
          <p:nvPr>
            <p:ph type="title" idx="2"/>
          </p:nvPr>
        </p:nvSpPr>
        <p:spPr>
          <a:xfrm>
            <a:off x="1397375" y="1755274"/>
            <a:ext cx="7299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51" name="Google Shape;551;p40"/>
          <p:cNvSpPr txBox="1">
            <a:spLocks noGrp="1"/>
          </p:cNvSpPr>
          <p:nvPr>
            <p:ph type="subTitle" idx="1"/>
          </p:nvPr>
        </p:nvSpPr>
        <p:spPr>
          <a:xfrm>
            <a:off x="2127275" y="2326775"/>
            <a:ext cx="2756934" cy="6215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err="1"/>
              <a:t>PixelUpIA</a:t>
            </a:r>
            <a:r>
              <a:rPr lang="es-MX" dirty="0"/>
              <a:t> es una aplicación para Android desarrollada en </a:t>
            </a:r>
            <a:r>
              <a:rPr lang="es-MX" dirty="0" err="1"/>
              <a:t>Kotlin</a:t>
            </a:r>
            <a:endParaRPr dirty="0"/>
          </a:p>
        </p:txBody>
      </p:sp>
      <p:sp>
        <p:nvSpPr>
          <p:cNvPr id="552" name="Google Shape;552;p40"/>
          <p:cNvSpPr txBox="1">
            <a:spLocks noGrp="1"/>
          </p:cNvSpPr>
          <p:nvPr>
            <p:ph type="title" idx="3"/>
          </p:nvPr>
        </p:nvSpPr>
        <p:spPr>
          <a:xfrm>
            <a:off x="5505325" y="1612625"/>
            <a:ext cx="2241300" cy="7305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Mejora las imagnes con IA</a:t>
            </a:r>
            <a:endParaRPr dirty="0">
              <a:solidFill>
                <a:srgbClr val="333333"/>
              </a:solidFill>
            </a:endParaRPr>
          </a:p>
        </p:txBody>
      </p:sp>
      <p:sp>
        <p:nvSpPr>
          <p:cNvPr id="553" name="Google Shape;553;p40"/>
          <p:cNvSpPr txBox="1">
            <a:spLocks noGrp="1"/>
          </p:cNvSpPr>
          <p:nvPr>
            <p:ph type="title" idx="4"/>
          </p:nvPr>
        </p:nvSpPr>
        <p:spPr>
          <a:xfrm>
            <a:off x="4796900" y="1755274"/>
            <a:ext cx="7299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54" name="Google Shape;554;p40"/>
          <p:cNvSpPr txBox="1">
            <a:spLocks noGrp="1"/>
          </p:cNvSpPr>
          <p:nvPr>
            <p:ph type="subTitle" idx="5"/>
          </p:nvPr>
        </p:nvSpPr>
        <p:spPr>
          <a:xfrm>
            <a:off x="5505325" y="2343125"/>
            <a:ext cx="2241300" cy="8213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Permite al usuario seleccionar una imagen de su galería y obtener una mejora hasta x4</a:t>
            </a:r>
            <a:endParaRPr dirty="0"/>
          </a:p>
        </p:txBody>
      </p:sp>
      <p:sp>
        <p:nvSpPr>
          <p:cNvPr id="555" name="Google Shape;555;p40"/>
          <p:cNvSpPr txBox="1">
            <a:spLocks noGrp="1"/>
          </p:cNvSpPr>
          <p:nvPr>
            <p:ph type="title" idx="6"/>
          </p:nvPr>
        </p:nvSpPr>
        <p:spPr>
          <a:xfrm>
            <a:off x="2127300" y="3021103"/>
            <a:ext cx="2241300" cy="7305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33333"/>
                </a:solidFill>
              </a:rPr>
              <a:t>On device</a:t>
            </a:r>
            <a:endParaRPr dirty="0">
              <a:solidFill>
                <a:srgbClr val="333333"/>
              </a:solidFill>
            </a:endParaRPr>
          </a:p>
        </p:txBody>
      </p:sp>
      <p:sp>
        <p:nvSpPr>
          <p:cNvPr id="556" name="Google Shape;556;p40"/>
          <p:cNvSpPr txBox="1">
            <a:spLocks noGrp="1"/>
          </p:cNvSpPr>
          <p:nvPr>
            <p:ph type="title" idx="7"/>
          </p:nvPr>
        </p:nvSpPr>
        <p:spPr>
          <a:xfrm>
            <a:off x="1397375" y="3171089"/>
            <a:ext cx="7299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57" name="Google Shape;557;p40"/>
          <p:cNvSpPr txBox="1">
            <a:spLocks noGrp="1"/>
          </p:cNvSpPr>
          <p:nvPr>
            <p:ph type="subTitle" idx="8"/>
          </p:nvPr>
        </p:nvSpPr>
        <p:spPr>
          <a:xfrm>
            <a:off x="2127300" y="3683273"/>
            <a:ext cx="2241300" cy="8962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Utiliza un modelo de Deep Learning (ESRGAN) para procesar la imagen en el dispositivo</a:t>
            </a:r>
            <a:endParaRPr dirty="0"/>
          </a:p>
        </p:txBody>
      </p:sp>
      <p:sp>
        <p:nvSpPr>
          <p:cNvPr id="558" name="Google Shape;558;p40"/>
          <p:cNvSpPr txBox="1">
            <a:spLocks noGrp="1"/>
          </p:cNvSpPr>
          <p:nvPr>
            <p:ph type="title" idx="9"/>
          </p:nvPr>
        </p:nvSpPr>
        <p:spPr>
          <a:xfrm>
            <a:off x="5505324" y="3021103"/>
            <a:ext cx="2404607" cy="730500"/>
          </a:xfrm>
          <a:prstGeom prst="rect">
            <a:avLst/>
          </a:prstGeom>
        </p:spPr>
        <p:txBody>
          <a:bodyPr spcFirstLastPara="1" wrap="square" lIns="91425" tIns="91425" rIns="4572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Open-Source</a:t>
            </a:r>
            <a:endParaRPr dirty="0"/>
          </a:p>
        </p:txBody>
      </p:sp>
      <p:sp>
        <p:nvSpPr>
          <p:cNvPr id="559" name="Google Shape;559;p40"/>
          <p:cNvSpPr txBox="1">
            <a:spLocks noGrp="1"/>
          </p:cNvSpPr>
          <p:nvPr>
            <p:ph type="title" idx="13"/>
          </p:nvPr>
        </p:nvSpPr>
        <p:spPr>
          <a:xfrm>
            <a:off x="4796900" y="3171089"/>
            <a:ext cx="7299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60" name="Google Shape;560;p40"/>
          <p:cNvSpPr txBox="1">
            <a:spLocks noGrp="1"/>
          </p:cNvSpPr>
          <p:nvPr>
            <p:ph type="subTitle" idx="14"/>
          </p:nvPr>
        </p:nvSpPr>
        <p:spPr>
          <a:xfrm>
            <a:off x="5505325" y="3683274"/>
            <a:ext cx="224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Libre y gratis</a:t>
            </a:r>
            <a:endParaRPr dirty="0"/>
          </a:p>
        </p:txBody>
      </p:sp>
      <p:sp>
        <p:nvSpPr>
          <p:cNvPr id="561" name="Google Shape;561;p40"/>
          <p:cNvSpPr txBox="1">
            <a:spLocks noGrp="1"/>
          </p:cNvSpPr>
          <p:nvPr>
            <p:ph type="title" idx="15"/>
          </p:nvPr>
        </p:nvSpPr>
        <p:spPr>
          <a:xfrm>
            <a:off x="720000" y="4071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PixelUp I</a:t>
            </a:r>
            <a:r>
              <a:rPr lang="en" dirty="0"/>
              <a:t>A</a:t>
            </a:r>
            <a:endParaRPr b="0" dirty="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5"/>
          <p:cNvSpPr txBox="1">
            <a:spLocks noGrp="1"/>
          </p:cNvSpPr>
          <p:nvPr>
            <p:ph type="subTitle" idx="1"/>
          </p:nvPr>
        </p:nvSpPr>
        <p:spPr>
          <a:xfrm>
            <a:off x="4785102" y="1254675"/>
            <a:ext cx="2641609" cy="22093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Enhanced Super-Resolution Generative Adversarial Network es </a:t>
            </a:r>
            <a:r>
              <a:rPr lang="en-US" dirty="0" err="1"/>
              <a:t>una</a:t>
            </a:r>
            <a:r>
              <a:rPr lang="en-US" dirty="0"/>
              <a:t> Red Neuronal Residual de </a:t>
            </a:r>
            <a:r>
              <a:rPr lang="en-US" dirty="0" err="1"/>
              <a:t>Bloques</a:t>
            </a:r>
            <a:r>
              <a:rPr lang="en-US" dirty="0"/>
              <a:t> </a:t>
            </a:r>
            <a:r>
              <a:rPr lang="en-US" dirty="0" err="1"/>
              <a:t>Densos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capturar</a:t>
            </a:r>
            <a:r>
              <a:rPr lang="en-US" dirty="0"/>
              <a:t> </a:t>
            </a:r>
            <a:r>
              <a:rPr lang="en-US" dirty="0" err="1"/>
              <a:t>detalles</a:t>
            </a:r>
            <a:r>
              <a:rPr lang="en-US" dirty="0"/>
              <a:t> de </a:t>
            </a:r>
            <a:r>
              <a:rPr lang="en-US" dirty="0" err="1"/>
              <a:t>imagenes</a:t>
            </a:r>
            <a:r>
              <a:rPr lang="en-US" dirty="0"/>
              <a:t> y </a:t>
            </a:r>
            <a:r>
              <a:rPr lang="en-US" dirty="0" err="1"/>
              <a:t>enriqueserlos</a:t>
            </a:r>
            <a:r>
              <a:rPr lang="en-US" dirty="0"/>
              <a:t> para </a:t>
            </a:r>
            <a:r>
              <a:rPr lang="en-US" dirty="0" err="1"/>
              <a:t>obtener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imagen mas nitida y con </a:t>
            </a:r>
            <a:r>
              <a:rPr lang="en-US" dirty="0" err="1"/>
              <a:t>texturas</a:t>
            </a:r>
            <a:r>
              <a:rPr lang="en-US" dirty="0"/>
              <a:t> </a:t>
            </a:r>
            <a:r>
              <a:rPr lang="en-US" dirty="0" err="1"/>
              <a:t>realistas</a:t>
            </a:r>
            <a:endParaRPr dirty="0"/>
          </a:p>
        </p:txBody>
      </p:sp>
      <p:sp>
        <p:nvSpPr>
          <p:cNvPr id="617" name="Google Shape;617;p45"/>
          <p:cNvSpPr txBox="1">
            <a:spLocks noGrp="1"/>
          </p:cNvSpPr>
          <p:nvPr>
            <p:ph type="title"/>
          </p:nvPr>
        </p:nvSpPr>
        <p:spPr>
          <a:xfrm>
            <a:off x="1989162" y="2285400"/>
            <a:ext cx="3303949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MX" b="1" dirty="0"/>
              <a:t>La "Magia": ¿Qué es ESRGAN?</a:t>
            </a:r>
            <a:br>
              <a:rPr lang="es-MX" b="1" dirty="0"/>
            </a:b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4"/>
          <p:cNvSpPr txBox="1">
            <a:spLocks noGrp="1"/>
          </p:cNvSpPr>
          <p:nvPr>
            <p:ph type="title" idx="6"/>
          </p:nvPr>
        </p:nvSpPr>
        <p:spPr>
          <a:xfrm>
            <a:off x="720000" y="4071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WORKFLOW DEL PROYECTO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081887-88EB-BFA5-28F3-82DA75E84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576" y="979859"/>
            <a:ext cx="5860848" cy="3674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>
          <a:extLst>
            <a:ext uri="{FF2B5EF4-FFF2-40B4-BE49-F238E27FC236}">
              <a16:creationId xmlns:a16="http://schemas.microsoft.com/office/drawing/2014/main" id="{B29ED58D-3C80-1152-4464-D7E3AB60A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9">
            <a:extLst>
              <a:ext uri="{FF2B5EF4-FFF2-40B4-BE49-F238E27FC236}">
                <a16:creationId xmlns:a16="http://schemas.microsoft.com/office/drawing/2014/main" id="{24F5539D-751A-1427-591C-2EF4016044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131" y="897344"/>
            <a:ext cx="7297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MX" dirty="0"/>
              <a:t>Solucionado: Imagen en Alta Calidad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45A19A-00D5-B7EE-42C3-205675BC0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183694"/>
            <a:ext cx="3916680" cy="391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4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9"/>
          <p:cNvSpPr txBox="1">
            <a:spLocks noGrp="1"/>
          </p:cNvSpPr>
          <p:nvPr>
            <p:ph type="title"/>
          </p:nvPr>
        </p:nvSpPr>
        <p:spPr>
          <a:xfrm>
            <a:off x="1121025" y="1069950"/>
            <a:ext cx="6901950" cy="30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Demostración </a:t>
            </a:r>
            <a:r>
              <a:rPr lang="en" sz="4400" dirty="0">
                <a:solidFill>
                  <a:schemeClr val="dk2"/>
                </a:solidFill>
                <a:highlight>
                  <a:schemeClr val="accent1"/>
                </a:highlight>
              </a:rPr>
              <a:t>En Vivo</a:t>
            </a:r>
            <a:endParaRPr sz="4400" dirty="0">
              <a:solidFill>
                <a:schemeClr val="dk2"/>
              </a:solidFill>
              <a:highlight>
                <a:schemeClr val="accen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72"/>
          <p:cNvSpPr txBox="1">
            <a:spLocks noGrp="1"/>
          </p:cNvSpPr>
          <p:nvPr>
            <p:ph type="title"/>
          </p:nvPr>
        </p:nvSpPr>
        <p:spPr>
          <a:xfrm>
            <a:off x="720000" y="4071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 por su atención!</a:t>
            </a:r>
            <a:endParaRPr dirty="0"/>
          </a:p>
        </p:txBody>
      </p:sp>
      <p:sp>
        <p:nvSpPr>
          <p:cNvPr id="1148" name="Google Shape;1148;p72"/>
          <p:cNvSpPr/>
          <p:nvPr/>
        </p:nvSpPr>
        <p:spPr>
          <a:xfrm rot="5400000" flipH="1">
            <a:off x="7325551" y="2634788"/>
            <a:ext cx="453300" cy="4533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72"/>
          <p:cNvSpPr/>
          <p:nvPr/>
        </p:nvSpPr>
        <p:spPr>
          <a:xfrm rot="-5400000" flipH="1">
            <a:off x="6537037" y="2521914"/>
            <a:ext cx="12894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72"/>
          <p:cNvSpPr/>
          <p:nvPr/>
        </p:nvSpPr>
        <p:spPr>
          <a:xfrm rot="10800000">
            <a:off x="1549342" y="2270424"/>
            <a:ext cx="1278600" cy="1278600"/>
          </a:xfrm>
          <a:prstGeom prst="pie">
            <a:avLst>
              <a:gd name="adj1" fmla="val 5404594"/>
              <a:gd name="adj2" fmla="val 16200000"/>
            </a:avLst>
          </a:prstGeom>
          <a:solidFill>
            <a:schemeClr val="accent4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72"/>
          <p:cNvSpPr/>
          <p:nvPr/>
        </p:nvSpPr>
        <p:spPr>
          <a:xfrm>
            <a:off x="1617744" y="3095730"/>
            <a:ext cx="453300" cy="4533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72"/>
          <p:cNvSpPr/>
          <p:nvPr/>
        </p:nvSpPr>
        <p:spPr>
          <a:xfrm rot="10800000">
            <a:off x="3471084" y="1763538"/>
            <a:ext cx="630300" cy="1422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72"/>
          <p:cNvSpPr/>
          <p:nvPr/>
        </p:nvSpPr>
        <p:spPr>
          <a:xfrm>
            <a:off x="4810762" y="2636575"/>
            <a:ext cx="1098000" cy="895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72"/>
          <p:cNvSpPr/>
          <p:nvPr/>
        </p:nvSpPr>
        <p:spPr>
          <a:xfrm>
            <a:off x="5133107" y="2068630"/>
            <a:ext cx="453300" cy="4533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157163" dist="95250" dir="300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72"/>
          <p:cNvSpPr/>
          <p:nvPr/>
        </p:nvSpPr>
        <p:spPr>
          <a:xfrm rot="10800000">
            <a:off x="2840309" y="2766513"/>
            <a:ext cx="1261500" cy="1289400"/>
          </a:xfrm>
          <a:prstGeom prst="pie">
            <a:avLst>
              <a:gd name="adj1" fmla="val 10793291"/>
              <a:gd name="adj2" fmla="val 16200000"/>
            </a:avLst>
          </a:prstGeom>
          <a:solidFill>
            <a:schemeClr val="lt2"/>
          </a:solidFill>
          <a:ln>
            <a:noFill/>
          </a:ln>
          <a:effectLst>
            <a:outerShdw blurRad="271463" dist="28575" dir="10320000" algn="bl" rotWithShape="0">
              <a:schemeClr val="dk1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F64B13-42C4-5E66-86BB-3D27AB6D8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031" y="1175160"/>
            <a:ext cx="3182705" cy="3182705"/>
          </a:xfrm>
          <a:prstGeom prst="rect">
            <a:avLst/>
          </a:prstGeom>
        </p:spPr>
      </p:pic>
      <p:sp>
        <p:nvSpPr>
          <p:cNvPr id="4" name="Google Shape;1147;p72">
            <a:extLst>
              <a:ext uri="{FF2B5EF4-FFF2-40B4-BE49-F238E27FC236}">
                <a16:creationId xmlns:a16="http://schemas.microsoft.com/office/drawing/2014/main" id="{9C550278-627F-E88B-FFB7-45816CFE9347}"/>
              </a:ext>
            </a:extLst>
          </p:cNvPr>
          <p:cNvSpPr txBox="1">
            <a:spLocks/>
          </p:cNvSpPr>
          <p:nvPr/>
        </p:nvSpPr>
        <p:spPr>
          <a:xfrm>
            <a:off x="1361987" y="4178646"/>
            <a:ext cx="4848492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3780000" algn="bl" rotWithShape="0">
              <a:srgbClr val="000000">
                <a:alpha val="589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oppins ExtraBold"/>
              <a:buNone/>
              <a:defRPr sz="35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BO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Próximamente en Play Store!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exel Phone Pitch Deck by Slidesgo">
  <a:themeElements>
    <a:clrScheme name="Simple Light">
      <a:dk1>
        <a:srgbClr val="000000"/>
      </a:dk1>
      <a:lt1>
        <a:srgbClr val="FFFFFF"/>
      </a:lt1>
      <a:dk2>
        <a:srgbClr val="333333"/>
      </a:dk2>
      <a:lt2>
        <a:srgbClr val="0082F4"/>
      </a:lt2>
      <a:accent1>
        <a:srgbClr val="FDB327"/>
      </a:accent1>
      <a:accent2>
        <a:srgbClr val="FE4031"/>
      </a:accent2>
      <a:accent3>
        <a:srgbClr val="1DAC5C"/>
      </a:accent3>
      <a:accent4>
        <a:srgbClr val="FFB4A6"/>
      </a:accent4>
      <a:accent5>
        <a:srgbClr val="FFFFFF"/>
      </a:accent5>
      <a:accent6>
        <a:srgbClr val="FFFFFF"/>
      </a:accent6>
      <a:hlink>
        <a:srgbClr val="FDB3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145</Words>
  <Application>Microsoft Office PowerPoint</Application>
  <PresentationFormat>Presentación en pantalla (16:9)</PresentationFormat>
  <Paragraphs>24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Bebas Neue</vt:lpstr>
      <vt:lpstr>Poppins</vt:lpstr>
      <vt:lpstr>Poppins ExtraBold</vt:lpstr>
      <vt:lpstr>Arial</vt:lpstr>
      <vt:lpstr>DM Sans</vt:lpstr>
      <vt:lpstr>Peexel Phone Pitch Deck by Slidesgo</vt:lpstr>
      <vt:lpstr> PixelUp IA </vt:lpstr>
      <vt:lpstr>El Problema: Imágenes de Baja Calidad</vt:lpstr>
      <vt:lpstr>APP Android</vt:lpstr>
      <vt:lpstr>La "Magia": ¿Qué es ESRGAN? </vt:lpstr>
      <vt:lpstr>WORKFLOW DEL PROYECTO</vt:lpstr>
      <vt:lpstr>Solucionado: Imagen en Alta Calidad</vt:lpstr>
      <vt:lpstr>Demostración En Vivo</vt:lpstr>
      <vt:lpstr>Gracias por su atención!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Jhendef Replay</cp:lastModifiedBy>
  <cp:revision>5</cp:revision>
  <dcterms:modified xsi:type="dcterms:W3CDTF">2025-11-17T17:18:33Z</dcterms:modified>
</cp:coreProperties>
</file>